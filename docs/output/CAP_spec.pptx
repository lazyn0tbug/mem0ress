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认知对齐平面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Alignment Plane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架构规约 v0.6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4572000"/>
            <a:ext cx="36576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背景：当前 AI Agent 的四个结构性问题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数据汤困境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历史对话、代码片段、废弃架构融合成没有边界的混沌数据，导致上下文污染和认知噪声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73152" cy="173736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意图迷失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记忆系统不感知目标，只能回答"之前怎么处理"，无法回答"我当前目标是什么、该往哪走"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高频数据语义坍缩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高频迭代中反复操作产生的记忆在向量空间高度重叠，Top-K 检索召回语义等价但时序不同的冗余片段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向量检索叠加向量检索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LLM 已有的向量检索基础上再对会话数据做一层向量检索，两层检索面临同样的根本困境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核心矛盾：Agent 不缺信息，缺的是对"当前自己在哪里、目标偏了没有、还差什么"的持续感知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核心洞察：三个推导链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上下文以目标为导向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上下文不是被维护的，而是被发现的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在每个任务开始时，根据当前目标动态构建相关的上下文视图。否定"存储优先"的记忆架构，转向"目标导向的认知架构"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0" cy="822960"/>
          </a:xfrm>
          <a:prstGeom prst="line">
            <a:avLst/>
          </a:prstGeom>
          <a:noFill/>
          <a:ln w="19050">
            <a:solidFill>
              <a:srgbClr val="1A237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任务是信息的完整单元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任务天然封装目标、行动、结果和上下文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事件天然封装了目标、行动、结果和上下文——这些维度共同提供了认知的边界和检索线索。孤立的知识点或对话片段无法成为可靠的认知锚点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788920"/>
            <a:ext cx="0" cy="822960"/>
          </a:xfrm>
          <a:prstGeom prst="line">
            <a:avLst/>
          </a:prstGeom>
          <a:noFill/>
          <a:ln w="19050">
            <a:solidFill>
              <a:srgbClr val="1A237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任务需要的是认知，而非记忆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一种能让自己随时判断"我在哪、目标偏没偏、还差什么"的能力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343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真正稀缺的不是更多信息，而是判断力。一个始终知道自己在做什么的 Agent，对任务的掌控力远强于一个存储了十年对话的 Agent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核心解法概览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任务信息模型 (PRC)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— 方向锚点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— 可验证标准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— 边界约束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状态平面 (Status Plane)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"我在哪、做到哪了"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任务树结构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完成度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Gotchas 指针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5176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数据平面 (Data Plane)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"当前操作哪个版本"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各仓库 commit 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底层可追溯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任务检验：Judge Agent 执行四层检验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0: 约束检查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是否被逾越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4160520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进度检查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完成 + 子任务关闭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4160520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验收检查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达标验证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4160520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语义对齐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剩余语义偏差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设计决策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657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选择任务作为认知单元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任务天然封装目标、可验证条件和执行边界，三位一体构成可判断的认知单元。所有认知单元同类同构，系统复杂性维持在常数级别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选择单任务 Agent 责任模型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在任意时刻只绑定一个活跃 Task，认知平面只围绕当前 Task 组装。认知边界是 Task，不是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514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 PRC 作为任务信息模型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定方向，Requirements 提供可检验的验收条件，Constraints 划定不可逾越的边界，三者缺一不可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6440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337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选择任务信息平面来呈现认知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状态平面回答"做到了什么"，数据平面回答"当前操作哪个版本"，两个维度认知性质不同，必须分开处理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8736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06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选择状态变更驱动认知构建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只记录导致目标推进或路径修正的状态变更，不记录过程录像。认知以轮次为周期，感知→构建→挂载构成完整闭环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任务信息模型：PRC 三要素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402336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方向锚点 · 任务完成的充分条件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任务完成后的宏观景象，以自然语言描绘。必须是利益相关者能想象的状态，而不是实现路径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23774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"用户不用输入密码就能登录"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"用 OAuth 2.0 实现登录"（这是路径）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651760" cy="402336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914400"/>
            <a:ext cx="265176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可验证标准 · Picture 的必要条件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0574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Picture 转化为具体的检验点。必须可独立验证（存在可运行的验证命令或明确的数值指标）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200400"/>
            <a:ext cx="23774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"Google OAuth 登录成功"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"界面美观大方"（无法客观验证）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651760" cy="4023360"/>
          </a:xfrm>
          <a:prstGeom prst="rect">
            <a:avLst/>
          </a:prstGeom>
          <a:solidFill>
            <a:srgbClr val="F5F5F5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914400"/>
            <a:ext cx="265176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边界约束 · 贯穿全程的约束线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0574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任务的外部属性，定义过程和结果的边界条件。违反 Constraints 即使 Picture 看似达成，任务也不算完成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200400"/>
            <a:ext cx="2377440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"不存储用户明文密码"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"不超过 3 次重试"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双平面分离：状态平面 vs 数据平面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状态平面 Status Plane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"我在哪、做到哪了、目标偏了没有"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挂载时机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唤醒时强制挂载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任务树结构、Todo 完成度、任务状态、Gotchas 指针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组装来源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task.md、Session 历史切片、Data Plane 版本指针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914400"/>
            <a:ext cx="3931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数据平面 Data Plane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"当前操作的是哪个版本的代码"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挂载时机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按需展开，不默认加载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各仓库当前 commit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格式：{ repo_name: "{ commit_id }" 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— 可追溯、可 revert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5902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关键设计：数据平面可 revert，外部状态不会因数据 revert 而回退，因此认知无法回退，只能基于当下向前构建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目录任务拓扑：拓扑即协议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2011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61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.CAP/tasks/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508760"/>
            <a:ext cx="0" cy="320040"/>
          </a:xfrm>
          <a:prstGeom prst="line">
            <a:avLst/>
          </a:prstGeom>
          <a:noFill/>
          <a:ln w="12700">
            <a:solidFill>
              <a:srgbClr val="6161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828800"/>
            <a:ext cx="201168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build_auth/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240280"/>
            <a:ext cx="0" cy="320040"/>
          </a:xfrm>
          <a:prstGeom prst="line">
            <a:avLst/>
          </a:prstGeom>
          <a:noFill/>
          <a:ln w="12700">
            <a:solidFill>
              <a:srgbClr val="6161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240280"/>
            <a:ext cx="2560320" cy="0"/>
          </a:xfrm>
          <a:prstGeom prst="line">
            <a:avLst/>
          </a:prstGeom>
          <a:noFill/>
          <a:ln w="12700">
            <a:solidFill>
              <a:srgbClr val="6161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240280"/>
            <a:ext cx="0" cy="320040"/>
          </a:xfrm>
          <a:prstGeom prst="line">
            <a:avLst/>
          </a:prstGeom>
          <a:noFill/>
          <a:ln w="12700">
            <a:solidFill>
              <a:srgbClr val="6161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560320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oauth_google/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240280"/>
            <a:ext cx="0" cy="320040"/>
          </a:xfrm>
          <a:prstGeom prst="line">
            <a:avLst/>
          </a:prstGeom>
          <a:noFill/>
          <a:ln w="12700">
            <a:solidFill>
              <a:srgbClr val="6161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560320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oauth_github/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097280"/>
            <a:ext cx="30175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097280"/>
            <a:ext cx="54864" cy="1097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拓扑即协议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父子关系由目录拓扑天然表达，不需 parent_id 字段重复声明。避免双重真相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331720"/>
            <a:ext cx="30175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331720"/>
            <a:ext cx="54864" cy="1097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task_id 作为稳定身份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目录名可能因 rename / move / archive 变化，task_id 是稳定的 identity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3566160"/>
            <a:ext cx="30175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3566160"/>
            <a:ext cx="54864" cy="1097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协作边界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父任务只依赖子任务 lifecycle state（COMPLETED / ABANDONED）和 deliverables，不依赖子任务内部执行过程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文档数据模型：四个核心文档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64592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task.md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任务声明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/ Requirements / Constraints 的唯一真源。任务创建时写入，运行时以它为准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写入方：主 Agent（覆盖写）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645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轮次快照序列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每轮次结束后的状态快照，含 data_plane 快照。每轮次结束后按时间追加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写入方：主 Agent（追加写）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1645920" cy="82296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gotchas.md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偏差记录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带外追加，不阻塞主流程。偏差确认后追加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写入方：主 Agent（追加写）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164592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检验记录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Agent 检验记录，与 Task 生命周期同步。任务创建时生成空文件，检验后追加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写入方：Judge Agent（追加写）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设计理由：消除隐藏状态 | 时间切片而非可变状态 | 与 Agent 工具生态无缝衔接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任务生命周期状态机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1005840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模型已定义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Todo 未开始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600200"/>
            <a:ext cx="64008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8288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至少有一个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已完成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64008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80560" y="1097280"/>
            <a:ext cx="1828800" cy="10058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任务检验进行中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（瞬态）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64008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1097280"/>
            <a:ext cx="18288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目标达成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2377440"/>
            <a:ext cx="182880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目标放弃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2103120"/>
            <a:ext cx="0" cy="274320"/>
          </a:xfrm>
          <a:prstGeom prst="line">
            <a:avLst/>
          </a:prstGeom>
          <a:noFill/>
          <a:ln w="19050">
            <a:solidFill>
              <a:srgbClr val="61616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297680" y="2103120"/>
            <a:ext cx="0" cy="274320"/>
          </a:xfrm>
          <a:prstGeom prst="line">
            <a:avLst/>
          </a:prstGeom>
          <a:noFill/>
          <a:ln w="19050">
            <a:solidFill>
              <a:srgbClr val="61616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01168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→ IN_PROGRESS：任意 Todo 被标记为完成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→ ABANDONED：任务废弃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 → COMPLETED：检验通过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 → ABANDONED：任务废弃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VERIFYING：是瞬态，检验完成后立即转换到 COMPLETED 或 ABANDONED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执行循环：感知 → 判断 → 更新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认知构建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读取状态平面（PlaneAssembler 实时组装）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875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执行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执行 Todo；可选：带外追加 gotchas.md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875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Session 写入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追加 session.md 快照；更新 task.md Todo 状态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783080"/>
          </a:xfrm>
          <a:prstGeom prst="rect">
            <a:avLst/>
          </a:prstGeom>
          <a:solidFill>
            <a:srgbClr val="F5F5F5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检验触发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设 status → VERIFYING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宿主框架启动 Judge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Agent 执行四层检验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Agent 写入 judge.md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读取 judge.md 结论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退出 VERIFYING 状态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737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926080"/>
            <a:ext cx="265176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决策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4290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 自主决策下一步（修正 / 完成 / 废弃）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三个参与方：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 Agent（执行）| Judge Agent（检验）| 宿主框架（基础设施保障）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任务检验：四层检验关卡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914400"/>
            <a:ext cx="173736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01168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执行方式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914400"/>
            <a:ext cx="146304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依赖文件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2011680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325880"/>
            <a:ext cx="822960" cy="640080"/>
          </a:xfrm>
          <a:prstGeom prst="rect">
            <a:avLst/>
          </a:prstGeom>
          <a:solidFill>
            <a:srgbClr val="C6282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325880"/>
            <a:ext cx="173736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约束检查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3258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纯逻辑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325880"/>
            <a:ext cx="146304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task.md, session.md, gotchas.md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13258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 Constraints 是否被逾越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011680"/>
            <a:ext cx="822960" cy="640080"/>
          </a:xfrm>
          <a:prstGeom prst="rect">
            <a:avLst/>
          </a:prstGeom>
          <a:solidFill>
            <a:srgbClr val="FF8F0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2011680"/>
            <a:ext cx="173736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进度检查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0116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纯逻辑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2011680"/>
            <a:ext cx="146304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task.md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Todo 步是否完成、所有直接子任务是否已关闭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697480"/>
            <a:ext cx="822960" cy="640080"/>
          </a:xfrm>
          <a:prstGeom prst="rect">
            <a:avLst/>
          </a:prstGeom>
          <a:solidFill>
            <a:srgbClr val="1565C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2697480"/>
            <a:ext cx="173736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173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验收检查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26974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运行测试命令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0" y="2697480"/>
            <a:ext cx="146304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task.md, session.md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26974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验证每个 Requirement 是否达标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383280"/>
            <a:ext cx="822960" cy="640080"/>
          </a:xfrm>
          <a:prstGeom prst="rect">
            <a:avLst/>
          </a:prstGeom>
          <a:solidFill>
            <a:srgbClr val="6A1B9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474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3383280"/>
            <a:ext cx="173736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语义对齐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33832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推断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03520" y="3383280"/>
            <a:ext cx="146304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task.md, session.md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0" y="3383280"/>
            <a:ext cx="201168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 Requirements 无法穷尽的 Picture 剩余语义偏差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160520"/>
            <a:ext cx="8229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执行规则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4480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快速失败：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某层检验 FAIL → 立即停止 → 输出 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PASS + 语义对齐 PASS/SKIPPED → 输出 PASSED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语义对齐必须返回 UNCERTAIN（若证据不足），不能强行 PASS 或 FAIL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关键设计原则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拓扑即协议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父子关系由目录拓扑天然表达，不依赖 parent_id 字段，避免双重真相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同构认知单元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父任务是 Task，子任务也是 Task，没有里程碑、没有史诗、没有故事点，只有 Task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0233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73152" cy="10972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单写入方原则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每个文件只有一个写入方，session.md / gotchas.md / judge.md 只追加不修改历史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0233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94560"/>
            <a:ext cx="73152" cy="10972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认知唯一性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对于一个任务，没有两份认知同时存在的状态，不讨论新旧与变更，只维护一份认知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74720"/>
            <a:ext cx="73152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状态平面的当下性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实时扫描，每次调用直接读文件系统，不缓存。在当前 Task 边界内不做相关性排序、不挑选、不截断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02336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74720"/>
            <a:ext cx="73152" cy="10972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冲突避免优于协调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物理隔离（不同任务不同目录）+ 顺序保障（父任务等待所有子任务）+ 继续拆分原则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在执行一个需要数百轮交互的长路径任务时，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最终可能无法回答一个看似简单的问题：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我现在在哪里？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的全部设计，都在试图让这个问题变得可回答。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任务模型将目标、进度和边界封装为可判断的整体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任务信息平面将认知状态和数据状态分开处理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快照协议确保每轮结束时的状态变更可以被追踪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4572000"/>
            <a:ext cx="64008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当这套机制就位之后，Agent 只需要问自己一个问题：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我的目标是什么，我现在距离它还有多远？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CAP: 认知对齐平面架构规约</dc:title>
  <dc:subject>PptxGenJS Presentation</dc:subject>
  <dc:creator>mem0ress</dc:creator>
  <cp:lastModifiedBy>mem0ress</cp:lastModifiedBy>
  <cp:revision>1</cp:revision>
  <dcterms:created xsi:type="dcterms:W3CDTF">2026-05-15T06:32:08Z</dcterms:created>
  <dcterms:modified xsi:type="dcterms:W3CDTF">2026-05-15T06:32:08Z</dcterms:modified>
</cp:coreProperties>
</file>