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mem0ress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认知对齐平面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Alignment Plane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任务状态管理与目标态势感知框架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数据汤困境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上下文污染（Context Collapse）和不可逆的熵增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意图迷失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通过追溯历史来拼凑当下，无法匹配目标牵引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大模型之上的大模型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算力消耗，未触及「自主管理状态」核心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我们需要的不是记忆，而是认知（Cognition）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系统定位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认知对齐平面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Alignment Plane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不是传统记忆检索数据库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不以二进制或向量方式存储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基于纯文本的逻辑框架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持续检验执行偏差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在任务执行过程中，为 AI Agent 提供清晰的图景（Picture）与执行约束（Constraints），确保 Agent 的动作始终与既定需求对齐。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AI/Agent 框架开发者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核心解法总览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认知三要素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/ Requirements / Constraints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54864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图景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54864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需求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4864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约束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51560"/>
            <a:ext cx="2743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双平面正交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状态平面 + 数据平面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1737360"/>
            <a:ext cx="54864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状态平面：做什么→做到哪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606040"/>
            <a:ext cx="54864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数据平面：当前代码版本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474720"/>
            <a:ext cx="54864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正交互斥，认知效率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四层检验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1371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1737360"/>
            <a:ext cx="54864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0: Constraints 检查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606040"/>
            <a:ext cx="54864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Todo + 子任务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474720"/>
            <a:ext cx="54864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Requirements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4343400"/>
            <a:ext cx="54864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297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语义对齐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2.1-2.4 四个洞察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记忆的目标属性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上下文是被发现的，而非被维持的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 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目标需要一个可判断的完成标准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推导自洞察一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锚点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任务是人类和 AI 共同的工作记忆单元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拆分自洞察二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双平面正交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做什么和做到哪是两个独立维度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拆分自洞察二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PRC 框架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图景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利益相关者定义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语义层面的终极成功状态，回答「做成什么样」。即使所有代码写完、测试通过，用户感知到「还是不能登录」，Picture 即未达成。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2743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需求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推导，利益相关者确认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Picture 推导出的具体条件，必须可独立验证——要么通过，要么不通过，没有灰色地带。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约束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领域知识，利益相关者确认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一旦违反系统必须阻断。如「不许存储明文密码」、「Access Token 有效期不得超过 1 小时」。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是绝对的锚 —— 目标的核心语义锚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Task 锚点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任务作为认知单元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同构性：所有 Task 拥有相同结构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可分解性：分形树状结构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可验证性：每个 Task 有明确 Picture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无冲突：父任务完成以所有子任务完成为前提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分形树状结构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914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/tasks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2377440"/>
            <a:ext cx="12801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auth_module/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11887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oauth_google/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108960"/>
            <a:ext cx="11887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oauth_github/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3108960"/>
            <a:ext cx="12801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session_store/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05740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377440"/>
            <a:ext cx="1371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双平面正交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状态平面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Plane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回答：我在哪？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5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任务树结构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5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完成度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45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任务状态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5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记录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3749040" cy="41148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唤醒时强制挂载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51560"/>
            <a:ext cx="41148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数据平面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回答：我在操作什么代码？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4572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各仓库 commit 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926080"/>
            <a:ext cx="4572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长篇文档版本指针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337560"/>
            <a:ext cx="4572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版本快照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206240"/>
            <a:ext cx="3749040" cy="411480"/>
          </a:xfrm>
          <a:prstGeom prst="rect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需要时按需展开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设计理念 &amp; 工程准则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第三章：设计理念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目标锚定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目的论认知，任何信息必须有明确目的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认知而非记忆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只记录与目标相关的状态变化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同构认知单元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分形树状结构，统一解析逻辑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认知平面数据流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状态平面与数据平面正交互斥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第四章：工程准则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+ 绝对覆写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拒绝模糊认知合并，运行时直接覆写旧认知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系统级卸责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mem0ress 只专注认知生命周期管理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反黑盒 + 绝对可观测性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零中介：目录树 + 纯文本，无隐藏状态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PRC 三要素使用指南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谁来定义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利益相关者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58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推导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领域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65176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什么时候定义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定义 Picture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推导 Requirements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推导 Constraints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冲突检测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矛盾则标记「不可行」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质量判断标准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46304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Picture: 是否可感知？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描述成功状态，而非实现路径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是否可自动化检验？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必须有明确的通过/失败判定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是否可阻断？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违反时系统必须能检测并阻止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/ Requirements / Constraints 从 Manifest 获取，不重复记录。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清单文件中统一存放，状态平面仅展示其摘要，不展开全文。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mem0ress 认知对齐平面</dc:title>
  <dc:subject>PptxGenJS Presentation</dc:subject>
  <dc:creator>mem0ress</dc:creator>
  <cp:lastModifiedBy>mem0ress</cp:lastModifiedBy>
  <cp:revision>1</cp:revision>
  <dcterms:created xsi:type="dcterms:W3CDTF">2026-05-08T16:50:59Z</dcterms:created>
  <dcterms:modified xsi:type="dcterms:W3CDTF">2026-05-08T16:50:59Z</dcterms:modified>
</cp:coreProperties>
</file>